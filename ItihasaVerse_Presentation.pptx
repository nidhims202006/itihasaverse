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500"/>
          </a:solidFill>
          <a:ln w="12700">
            <a:solidFill>
              <a:srgbClr val="0D0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0800">
              <a:alpha val="40000"/>
            </a:srgbClr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28600"/>
            <a:ext cx="1737360" cy="1737360"/>
          </a:xfrm>
          <a:prstGeom prst="ellipse">
            <a:avLst/>
          </a:prstGeom>
          <a:solidFill>
            <a:srgbClr val="1E0A00">
              <a:alpha val="70000"/>
            </a:srgbClr>
          </a:solidFill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78040" y="2743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🕉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47472" y="822960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2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ItihasaVerse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47472" y="17373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DHARMA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" y="2240280"/>
            <a:ext cx="3200400" cy="27432"/>
          </a:xfrm>
          <a:prstGeom prst="rect">
            <a:avLst/>
          </a:prstGeom>
          <a:solidFill>
            <a:srgbClr val="D4AF37">
              <a:alpha val="60000"/>
            </a:srgbClr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2377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Indian Mythology Decision Engine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Ancient Wisdom with Modern Web Technology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3246120"/>
            <a:ext cx="4754880" cy="1371600"/>
          </a:xfrm>
          <a:prstGeom prst="rect">
            <a:avLst/>
          </a:prstGeom>
          <a:solidFill>
            <a:srgbClr val="1E0A00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3246120"/>
            <a:ext cx="54864" cy="13716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33467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74520" y="33467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Here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36484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74520" y="36484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XXXX/XX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39502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74520" y="3950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" y="4251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74520" y="42519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Knowledge Systems (IKS)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— PROBLEM STATEMENT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Problem Are We Solving?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" y="1463040"/>
            <a:ext cx="5212080" cy="960120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92608" y="1463040"/>
            <a:ext cx="54864" cy="96012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Connection to Heritage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81051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young adults have little to no meaningful exposure to Indian epics like Ramayana beyond passive listening.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" y="2560320"/>
            <a:ext cx="5212080" cy="960120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2608" y="2560320"/>
            <a:ext cx="54864" cy="96012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606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Learning is Ineffective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077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or watching stories does not develop ethical reasoning. People consume mythology without applying its wisdom to real decisions.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2608" y="3657600"/>
            <a:ext cx="5212080" cy="960120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" y="3657600"/>
            <a:ext cx="54864" cy="96012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3703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Reasoning Gap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0050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interactive platform that teaches Dharma — the core of Indian philosophy — through lived, simulated decision-making.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15000" y="1463040"/>
            <a:ext cx="3108960" cy="96012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760720" y="15361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1B+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760720" y="20116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with little active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of epics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15000" y="2560320"/>
            <a:ext cx="3108960" cy="96012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60720" y="2633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760720" y="31089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simulation tools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IKS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15000" y="3657600"/>
            <a:ext cx="3108960" cy="96012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60720" y="3730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5760720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engagement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mythology content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— IKS CONNECTION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Knowledge Systems at the Core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0" y="1325880"/>
            <a:ext cx="2194560" cy="2194560"/>
          </a:xfrm>
          <a:prstGeom prst="ellipse">
            <a:avLst/>
          </a:prstGeom>
          <a:solidFill>
            <a:srgbClr val="1E0A00"/>
          </a:solidFill>
          <a:ln w="3175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14630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DHARMA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धर्म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645920" y="1993392"/>
            <a:ext cx="1828800" cy="429768"/>
          </a:xfrm>
          <a:prstGeom prst="line">
            <a:avLst/>
          </a:prstGeom>
          <a:noFill/>
          <a:ln w="12700">
            <a:solidFill>
              <a:srgbClr val="8B702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645920" y="3493008"/>
            <a:ext cx="1828800" cy="-566928"/>
          </a:xfrm>
          <a:prstGeom prst="line">
            <a:avLst/>
          </a:prstGeom>
          <a:noFill/>
          <a:ln w="12700">
            <a:solidFill>
              <a:srgbClr val="8B702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675120" y="1993392"/>
            <a:ext cx="-1005840" cy="429768"/>
          </a:xfrm>
          <a:prstGeom prst="line">
            <a:avLst/>
          </a:prstGeom>
          <a:noFill/>
          <a:ln w="12700">
            <a:solidFill>
              <a:srgbClr val="8B702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675120" y="3493008"/>
            <a:ext cx="-1005840" cy="-566928"/>
          </a:xfrm>
          <a:prstGeom prst="line">
            <a:avLst/>
          </a:prstGeom>
          <a:noFill/>
          <a:ln w="12700">
            <a:solidFill>
              <a:srgbClr val="8B702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74320" y="1325880"/>
            <a:ext cx="1737360" cy="777240"/>
          </a:xfrm>
          <a:prstGeom prst="rect">
            <a:avLst/>
          </a:prstGeom>
          <a:solidFill>
            <a:srgbClr val="1E0A00"/>
          </a:solidFill>
          <a:ln w="1905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1737360" cy="777240"/>
          </a:xfrm>
          <a:prstGeom prst="rect">
            <a:avLst/>
          </a:prstGeom>
          <a:solidFill>
            <a:srgbClr val="1E0A00"/>
          </a:solidFill>
          <a:ln w="1905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0040" y="30632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325880"/>
            <a:ext cx="1737360" cy="777240"/>
          </a:xfrm>
          <a:prstGeom prst="rect">
            <a:avLst/>
          </a:prstGeom>
          <a:solidFill>
            <a:srgbClr val="1E0A00"/>
          </a:solidFill>
          <a:ln w="1905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08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 Shastra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0" y="3017520"/>
            <a:ext cx="1737360" cy="777240"/>
          </a:xfrm>
          <a:prstGeom prst="rect">
            <a:avLst/>
          </a:prstGeom>
          <a:solidFill>
            <a:srgbClr val="1E0A00"/>
          </a:solidFill>
          <a:ln w="19050">
            <a:solidFill>
              <a:srgbClr val="EAD08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20840" y="30632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D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Purusharthas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AD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Goals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solidFill>
            <a:srgbClr val="1E0A0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361688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applies Dharma as an interactive scoring system — every decision earns or loses Dharma points, teaching the Ramayana's ethical framework through lived experience.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— TECHNICAL EXPLANATION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&amp; Technologies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371600"/>
            <a:ext cx="3749040" cy="21031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5120640" y="1371600"/>
            <a:ext cx="3749040" cy="21031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20640" y="34564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Story Screen – Live Scenario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92608" y="1371600"/>
            <a:ext cx="4572000" cy="713232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371600"/>
            <a:ext cx="54864" cy="713232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14081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16824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HTML5 + CSS3 + Vanilla JS — no framework, zero dependencies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92608" y="2167128"/>
            <a:ext cx="4572000" cy="713232"/>
          </a:xfrm>
          <a:prstGeom prst="rect">
            <a:avLst/>
          </a:prstGeom>
          <a:solidFill>
            <a:srgbClr val="1E0D00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92608" y="2167128"/>
            <a:ext cx="54864" cy="7132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6868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" y="24780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with 5 characters × 2 scenarios = 10 unique decision trees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92608" y="2962656"/>
            <a:ext cx="4572000" cy="713232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92608" y="2962656"/>
            <a:ext cx="54864" cy="713232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68680" y="2999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Dharma Meter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" y="32735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scoring system: +/− points per choice, live bar visualisation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92608" y="3758184"/>
            <a:ext cx="4572000" cy="713232"/>
          </a:xfrm>
          <a:prstGeom prst="rect">
            <a:avLst/>
          </a:prstGeom>
          <a:solidFill>
            <a:srgbClr val="1E0D00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92608" y="3758184"/>
            <a:ext cx="54864" cy="7132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4048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6868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68680" y="4069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API — journal entries and history survive across sessions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— PROPOSED SOLUTION &amp;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ItihasaVerse Model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🎭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27048" y="2057400"/>
            <a:ext cx="237744" cy="0"/>
          </a:xfrm>
          <a:prstGeom prst="line">
            <a:avLst/>
          </a:prstGeom>
          <a:noFill/>
          <a:ln w="19050">
            <a:solidFill>
              <a:srgbClr val="8B7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89280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78308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8308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8308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90088" y="2057400"/>
            <a:ext cx="237744" cy="0"/>
          </a:xfrm>
          <a:prstGeom prst="line">
            <a:avLst/>
          </a:prstGeom>
          <a:noFill/>
          <a:ln w="19050">
            <a:solidFill>
              <a:srgbClr val="8B7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89280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4612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4612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⚖️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4612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53128" y="2057400"/>
            <a:ext cx="237744" cy="0"/>
          </a:xfrm>
          <a:prstGeom prst="line">
            <a:avLst/>
          </a:prstGeom>
          <a:noFill/>
          <a:ln w="19050">
            <a:solidFill>
              <a:srgbClr val="8B7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189280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70916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✨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70916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16168" y="2057400"/>
            <a:ext cx="237744" cy="0"/>
          </a:xfrm>
          <a:prstGeom prst="line">
            <a:avLst/>
          </a:prstGeom>
          <a:noFill/>
          <a:ln w="19050">
            <a:solidFill>
              <a:srgbClr val="8B7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189280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</a:rPr>
              <a:t>›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7220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EAD08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🕉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17220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D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AD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Dharma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79208" y="2057400"/>
            <a:ext cx="237744" cy="0"/>
          </a:xfrm>
          <a:prstGeom prst="line">
            <a:avLst/>
          </a:prstGeom>
          <a:noFill/>
          <a:ln w="19050">
            <a:solidFill>
              <a:srgbClr val="8B7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189280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</a:rPr>
              <a:t>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35240" y="1463040"/>
            <a:ext cx="1188720" cy="1188720"/>
          </a:xfrm>
          <a:prstGeom prst="rect">
            <a:avLst/>
          </a:prstGeom>
          <a:solidFill>
            <a:srgbClr val="1E0A00"/>
          </a:solidFill>
          <a:ln w="1905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635240" y="1554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635240" y="20299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92608" y="2944368"/>
            <a:ext cx="4114800" cy="475488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" y="2944368"/>
            <a:ext cx="45720" cy="47548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" y="2971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playable characters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20624" y="3172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Rama, Sita, Ravana, Bharata, Vibhishana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" y="3511296"/>
            <a:ext cx="4114800" cy="475488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2608" y="3511296"/>
            <a:ext cx="45720" cy="47548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0624" y="35387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moral dilemmas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0624" y="37398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2 choices, Dharma scoring &amp; outcomes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92608" y="4078224"/>
            <a:ext cx="4114800" cy="475488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2608" y="4078224"/>
            <a:ext cx="45720" cy="47548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0624" y="41056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history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20624" y="43068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happens if you chose the other path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27448" y="2944368"/>
            <a:ext cx="4114800" cy="475488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27448" y="2944368"/>
            <a:ext cx="45720" cy="47548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2971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journal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855464" y="3172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edit, delete personal learnings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727448" y="3511296"/>
            <a:ext cx="4114800" cy="475488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27448" y="3511296"/>
            <a:ext cx="45720" cy="47548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35387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Decision Tree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855464" y="37398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history across all characters played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— APPLICATION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Applications</a:t>
            </a:r>
            <a:endParaRPr lang="en-US" sz="2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371600"/>
            <a:ext cx="4114800" cy="2313432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292608" y="1371600"/>
            <a:ext cx="4114800" cy="2313432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2608" y="36667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Outcome Screen – Dharma Feedback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1371600"/>
            <a:ext cx="4160520" cy="658368"/>
          </a:xfrm>
          <a:prstGeom prst="rect">
            <a:avLst/>
          </a:prstGeom>
          <a:solidFill>
            <a:srgbClr val="1E0D00"/>
          </a:solidFill>
          <a:ln w="1270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371600"/>
            <a:ext cx="54864" cy="658368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73168" y="14081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Education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773168" y="16642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IKS curriculum tool for schools and colleges — makes ethics tangible through story-based role-play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2121408"/>
            <a:ext cx="4160520" cy="658368"/>
          </a:xfrm>
          <a:prstGeom prst="rect">
            <a:avLst/>
          </a:prstGeom>
          <a:solidFill>
            <a:srgbClr val="1E0D00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121408"/>
            <a:ext cx="54864" cy="65836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73168" y="2157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Government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73168" y="24140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heritage platforms (IGNCA, NCERT) to promote Ramayana literacy interactively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663440" y="2871216"/>
            <a:ext cx="4160520" cy="658368"/>
          </a:xfrm>
          <a:prstGeom prst="rect">
            <a:avLst/>
          </a:prstGeom>
          <a:solidFill>
            <a:srgbClr val="1E0D00"/>
          </a:solidFill>
          <a:ln w="1270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63440" y="2871216"/>
            <a:ext cx="54864" cy="6583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73168" y="29077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🧘 Wellness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73168" y="31638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therapy tool — decision journaling mirrors mindfulness journaling practices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3621024"/>
            <a:ext cx="4160520" cy="658368"/>
          </a:xfrm>
          <a:prstGeom prst="rect">
            <a:avLst/>
          </a:prstGeom>
          <a:solidFill>
            <a:srgbClr val="1E0D00"/>
          </a:solidFill>
          <a:ln w="1270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663440" y="3621024"/>
            <a:ext cx="54864" cy="658368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73168" y="3657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773168" y="39136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a full narrative game on Indian epics — Mahabharata, Upanishads expansion possible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OUTCOME &amp; IMPACT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" y="640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&amp; Innovation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" y="1280160"/>
            <a:ext cx="2011680" cy="1097280"/>
          </a:xfrm>
          <a:prstGeom prst="rect">
            <a:avLst/>
          </a:prstGeom>
          <a:solidFill>
            <a:srgbClr val="1E0A00"/>
          </a:solidFill>
          <a:ln w="19050">
            <a:solidFill>
              <a:srgbClr val="E86A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" y="13258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92608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Dilemmas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280160"/>
            <a:ext cx="2011680" cy="1097280"/>
          </a:xfrm>
          <a:prstGeom prst="rect">
            <a:avLst/>
          </a:prstGeom>
          <a:solidFill>
            <a:srgbClr val="1E0A00"/>
          </a:solidFill>
          <a:ln w="1905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3258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46888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45152" y="1280160"/>
            <a:ext cx="2011680" cy="1097280"/>
          </a:xfrm>
          <a:prstGeom prst="rect">
            <a:avLst/>
          </a:prstGeom>
          <a:solidFill>
            <a:srgbClr val="1E0A00"/>
          </a:solidFill>
          <a:ln w="1905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45152" y="13258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645152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21424" y="1280160"/>
            <a:ext cx="2011680" cy="1097280"/>
          </a:xfrm>
          <a:prstGeom prst="rect">
            <a:avLst/>
          </a:prstGeom>
          <a:solidFill>
            <a:srgbClr val="1E0A00"/>
          </a:solidFill>
          <a:ln w="19050">
            <a:solidFill>
              <a:srgbClr val="2980B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21424" y="13258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821424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Install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2608" y="25786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Benefits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" y="2852928"/>
            <a:ext cx="4114800" cy="178308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871216"/>
            <a:ext cx="3931920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Indian values personally relatable — not just historical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 consequence-based thinking through simulation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empathy by letting users inhabit both "hero" and "villain"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36592" y="2578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Innovation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36592" y="2852928"/>
            <a:ext cx="4114800" cy="1783080"/>
          </a:xfrm>
          <a:prstGeom prst="rect">
            <a:avLst/>
          </a:prstGeom>
          <a:solidFill>
            <a:srgbClr val="1E0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2871216"/>
            <a:ext cx="3931920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known interactive Dharma scoring engine built on Ramayana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visualisation is novel in IKS education tools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reflection journal bridges ancient wisdom and modern journaling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ItihasaVerse  |  Indian Knowledge Systems  |  2024–25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500"/>
          </a:solidFill>
          <a:ln w="12700">
            <a:solidFill>
              <a:srgbClr val="0D0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0800"/>
          </a:solidFill>
          <a:ln w="12700">
            <a:solidFill>
              <a:srgbClr val="1A08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365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— CONCLUSION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59436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8503920" cy="1371600"/>
          </a:xfrm>
          <a:prstGeom prst="rect">
            <a:avLst/>
          </a:prstGeom>
          <a:solidFill>
            <a:srgbClr val="1E0A00"/>
          </a:solidFill>
          <a:ln w="1905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261872"/>
            <a:ext cx="54864" cy="13716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98448"/>
            <a:ext cx="8229600" cy="12801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"ItihasaVerse transforms the Ramayana from a scripture to be read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3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into a living experience to be lived — where every choice is a lesson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3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Dharma, and every player becomes a student of Indian wisdom."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2011680" cy="77724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" y="28529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🏹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Ancient wisdom made interactive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96312" y="2834640"/>
            <a:ext cx="2011680" cy="77724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96312" y="28529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42032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Dharma scoring teaches ethics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72584" y="2834640"/>
            <a:ext cx="2011680" cy="77724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72584" y="28529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🌿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718304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 show consequences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48856" y="2834640"/>
            <a:ext cx="2011680" cy="777240"/>
          </a:xfrm>
          <a:prstGeom prst="rect">
            <a:avLst/>
          </a:prstGeom>
          <a:solidFill>
            <a:srgbClr val="1E0A00"/>
          </a:solidFill>
          <a:ln w="12700">
            <a:solidFill>
              <a:srgbClr val="8B7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48856" y="28529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94576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enables self-reflection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749040"/>
            <a:ext cx="8503920" cy="548640"/>
          </a:xfrm>
          <a:prstGeom prst="rect">
            <a:avLst/>
          </a:prstGeom>
          <a:solidFill>
            <a:srgbClr val="1E0A00"/>
          </a:solidFill>
          <a:ln w="12700">
            <a:solidFill>
              <a:srgbClr val="E86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76732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॥ धर्मो रक्षति रक्षितः ॥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343400" y="3767328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"Dharma, when protected, protects in return."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004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92040" y="44622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7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🏹 ItihasaVerse  |  Live at: [your URL here]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ItihasaVerse – Indian Knowledge Systems Project</dc:title>
  <dc:subject>PptxGenJS Presentation</dc:subject>
  <dc:creator>PptxGenJS</dc:creator>
  <cp:lastModifiedBy>PptxGenJS</cp:lastModifiedBy>
  <cp:revision>1</cp:revision>
  <dcterms:created xsi:type="dcterms:W3CDTF">2026-04-03T03:49:28Z</dcterms:created>
  <dcterms:modified xsi:type="dcterms:W3CDTF">2026-04-03T03:49:28Z</dcterms:modified>
</cp:coreProperties>
</file>